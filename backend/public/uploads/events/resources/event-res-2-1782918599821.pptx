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FFFFF"/>
                </a:solidFill>
              </a:rPr>
              <a:t>MERN Stack Development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371600"/>
            <a:ext cx="2011680" cy="4114800"/>
          </a:xfrm>
          <a:prstGeom prst="rect">
            <a:avLst/>
          </a:prstGeom>
          <a:solidFill>
            <a:srgbClr val="283C5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1371600"/>
            <a:ext cx="2011680" cy="320040"/>
          </a:xfrm>
          <a:prstGeom prst="rect">
            <a:avLst/>
          </a:prstGeom>
          <a:solidFill>
            <a:srgbClr val="5A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399032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Project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783080"/>
            <a:ext cx="1828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Library
Extension/Plugin
AI Tool
MCP Server
Cloud Service
Games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371600"/>
            <a:ext cx="2926080" cy="2468880"/>
          </a:xfrm>
          <a:prstGeom prst="rect">
            <a:avLst/>
          </a:prstGeom>
          <a:solidFill>
            <a:srgbClr val="1E283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0" y="1371600"/>
            <a:ext cx="2926080" cy="320040"/>
          </a:xfrm>
          <a:prstGeom prst="rect">
            <a:avLst/>
          </a:prstGeom>
          <a:solidFill>
            <a:srgbClr val="F0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990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Web Designing Basics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83080"/>
            <a:ext cx="2743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HTML5 &amp; CSS3
Tailwind CSS 4
Navbar &amp; Footer
Cards &amp; Tables
Rows &amp; Columns
UI Elements
JavaScript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4023360"/>
            <a:ext cx="2926080" cy="1463040"/>
          </a:xfrm>
          <a:prstGeom prst="rect">
            <a:avLst/>
          </a:prstGeom>
          <a:solidFill>
            <a:srgbClr val="283C5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0" y="4023360"/>
            <a:ext cx="2926080" cy="320040"/>
          </a:xfrm>
          <a:prstGeom prst="rect">
            <a:avLst/>
          </a:prstGeom>
          <a:solidFill>
            <a:srgbClr val="5A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405079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Next JS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43484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Setting up NextJS App
Server Side Rendering
App Router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1371600"/>
            <a:ext cx="2926080" cy="3200400"/>
          </a:xfrm>
          <a:prstGeom prst="rect">
            <a:avLst/>
          </a:prstGeom>
          <a:solidFill>
            <a:srgbClr val="283C5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0" y="1371600"/>
            <a:ext cx="2926080" cy="320040"/>
          </a:xfrm>
          <a:prstGeom prst="rect">
            <a:avLst/>
          </a:prstGeom>
          <a:solidFill>
            <a:srgbClr val="5A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77840" y="13990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React JS (Frontend)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178308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SPA
Components &amp; Props
JSX
Event Handling
Routing
Hooks
Forms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4572000"/>
            <a:ext cx="2926080" cy="1463040"/>
          </a:xfrm>
          <a:prstGeom prst="rect">
            <a:avLst/>
          </a:prstGeom>
          <a:solidFill>
            <a:srgbClr val="1E283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0" y="4572000"/>
            <a:ext cx="2926080" cy="320040"/>
          </a:xfrm>
          <a:prstGeom prst="rect">
            <a:avLst/>
          </a:prstGeom>
          <a:solidFill>
            <a:srgbClr val="78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77840" y="4599432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Express JS (Backend)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983480"/>
            <a:ext cx="2743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REST API
Routers &amp; Middleware
JSON &amp; CORS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371600"/>
            <a:ext cx="2743200" cy="1645920"/>
          </a:xfrm>
          <a:prstGeom prst="rect">
            <a:avLst/>
          </a:prstGeom>
          <a:solidFill>
            <a:srgbClr val="1E283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95360" y="1371600"/>
            <a:ext cx="2743200" cy="320040"/>
          </a:xfrm>
          <a:prstGeom prst="rect">
            <a:avLst/>
          </a:prstGeom>
          <a:solidFill>
            <a:srgbClr val="78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139903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Express 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1783080"/>
            <a:ext cx="2560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Environment Variables
JWT
API Testing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291840"/>
            <a:ext cx="2743200" cy="1920240"/>
          </a:xfrm>
          <a:prstGeom prst="rect">
            <a:avLst/>
          </a:prstGeom>
          <a:solidFill>
            <a:srgbClr val="1E2837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0" y="3291840"/>
            <a:ext cx="2743200" cy="320040"/>
          </a:xfrm>
          <a:prstGeom prst="rect">
            <a:avLst/>
          </a:prstGeom>
          <a:solidFill>
            <a:srgbClr val="78B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331927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MongoDB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3703320"/>
            <a:ext cx="2560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Introduction
Cloud DB
Models
CRUD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5360" y="5303520"/>
            <a:ext cx="2743200" cy="1371600"/>
          </a:xfrm>
          <a:prstGeom prst="rect">
            <a:avLst/>
          </a:prstGeom>
          <a:solidFill>
            <a:srgbClr val="283C5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95360" y="5303520"/>
            <a:ext cx="2743200" cy="320040"/>
          </a:xfrm>
          <a:prstGeom prst="rect">
            <a:avLst/>
          </a:prstGeom>
          <a:solidFill>
            <a:srgbClr val="5A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5330952"/>
            <a:ext cx="2560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FFFFFF"/>
                </a:solidFill>
              </a:rPr>
              <a:t>Add-ons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571500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AI Integration
Social Auth
Payment Gateway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